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0000" y="1080000"/>
            <a:ext cx="864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Paleo Office native preview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